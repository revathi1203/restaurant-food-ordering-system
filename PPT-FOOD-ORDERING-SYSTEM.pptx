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4d54944ea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4d54944e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4d54944e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4d54944e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4d54944ea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4d54944e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4d54944ea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4d54944e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4d54944ea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4d54944e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4d54944ea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4d54944ea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314575" y="1160150"/>
            <a:ext cx="6927600" cy="21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FOOD-ORDERING-SYSTEM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5362600" y="4279100"/>
            <a:ext cx="35475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BY-SURAGANI REVATHI</a:t>
            </a:r>
            <a:endParaRPr b="1"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534175"/>
            <a:ext cx="75057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251600"/>
            <a:ext cx="7505700" cy="31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a full-stack Restaurant Food Ordering Web Application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(frontend),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(backend), and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SQLite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(database).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two user roles: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Admin can manage the menu, orders, and dashboard, while Customers can browse food, add items to the cart, place orders, and track order status.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 an AI-powered natural language menu search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recommends available dishes based on customer queries such as </a:t>
            </a: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"something spicy and vegetarian under ₹200"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 complete digital restaurant workflow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including menu management, order processing, status tracking, and dashboard analytics through RESTful APIs.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579175" y="532625"/>
            <a:ext cx="7505700" cy="4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673100" y="11143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user-friendly restaurant food ordering system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simplifies the process of browsing menus and placing orders online.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separate Admin and Customer interfaces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efficiently manage restaurant operations and enhance the customer experience.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AI-powered natural language menu search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help customers quickly find food items based on their preferences.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Streamline restaurant order management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enabling menu management, order tracking, status updates, and dashboard analytics in a single application.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474850" y="438725"/>
            <a:ext cx="75057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7" name="Google Shape;147;p16" title="System 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525" y="905675"/>
            <a:ext cx="8680300" cy="37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657350" y="533525"/>
            <a:ext cx="75057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576425" y="1347750"/>
            <a:ext cx="7505700" cy="32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 </a:t>
            </a:r>
            <a:r>
              <a:rPr b="1"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</a:t>
            </a:r>
            <a:r>
              <a:rPr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</a:t>
            </a:r>
            <a:r>
              <a:rPr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login.</a:t>
            </a:r>
            <a:endParaRPr sz="11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46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5"/>
              <a:buFont typeface="Times New Roman"/>
              <a:buChar char="●"/>
            </a:pPr>
            <a:r>
              <a:rPr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Admin can </a:t>
            </a:r>
            <a:r>
              <a:rPr b="1"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add, edit, and delete</a:t>
            </a:r>
            <a:r>
              <a:rPr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menu items.</a:t>
            </a:r>
            <a:endParaRPr sz="11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46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5"/>
              <a:buFont typeface="Times New Roman"/>
              <a:buChar char="●"/>
            </a:pPr>
            <a:r>
              <a:rPr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Customer can </a:t>
            </a:r>
            <a:r>
              <a:rPr b="1"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 the menu, add items to the cart, and place orders</a:t>
            </a:r>
            <a:r>
              <a:rPr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46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5"/>
              <a:buFont typeface="Times New Roman"/>
              <a:buChar char="●"/>
            </a:pPr>
            <a:r>
              <a:rPr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menu search</a:t>
            </a:r>
            <a:r>
              <a:rPr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natural language.</a:t>
            </a:r>
            <a:endParaRPr sz="11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46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5"/>
              <a:buFont typeface="Times New Roman"/>
              <a:buChar char="●"/>
            </a:pPr>
            <a:r>
              <a:rPr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status tracking</a:t>
            </a:r>
            <a:r>
              <a:rPr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Placed to Picked Up.</a:t>
            </a:r>
            <a:endParaRPr sz="11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46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5"/>
              <a:buFont typeface="Times New Roman"/>
              <a:buChar char="●"/>
            </a:pPr>
            <a:r>
              <a:rPr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Admin dashboard to view </a:t>
            </a:r>
            <a:r>
              <a:rPr b="1"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orders, revenue, and popular items</a:t>
            </a:r>
            <a:r>
              <a:rPr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46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5"/>
              <a:buFont typeface="Times New Roman"/>
              <a:buChar char="●"/>
            </a:pPr>
            <a:r>
              <a:rPr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Category-wise food menu</a:t>
            </a:r>
            <a:r>
              <a:rPr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(Tiffins, Lunch, Pizza, Desserts, etc.).</a:t>
            </a:r>
            <a:endParaRPr sz="11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46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5"/>
              <a:buFont typeface="Times New Roman"/>
              <a:buChar char="●"/>
            </a:pPr>
            <a:r>
              <a:rPr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stored securely in an </a:t>
            </a:r>
            <a:r>
              <a:rPr b="1"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SQLite database</a:t>
            </a:r>
            <a:r>
              <a:rPr lang="en" sz="11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a FastAPI backend.</a:t>
            </a:r>
            <a:endParaRPr sz="11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417325" y="398550"/>
            <a:ext cx="82107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</a:t>
            </a:r>
            <a:r>
              <a:rPr b="1"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ENHANCEMENTS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521650" y="1034850"/>
            <a:ext cx="8158800" cy="3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a complete restaurant food ordering web application.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Implemented separate modules for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Integrated an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menu search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better user experience.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Simplified menu management, order processing, and order tracking.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payment integration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registration and profile management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ratings and reviews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menu items.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Deploy the application to the cloud for real-time access.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mobile-friendly or Android/iOS version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email/SMS notifications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order updates.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idx="1" type="body"/>
          </p:nvPr>
        </p:nvSpPr>
        <p:spPr>
          <a:xfrm>
            <a:off x="860900" y="1827875"/>
            <a:ext cx="7505700" cy="16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5000"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b="1" lang="en" sz="50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sz="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